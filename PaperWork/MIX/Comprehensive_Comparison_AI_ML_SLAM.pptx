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9" d="100"/>
          <a:sy n="109" d="100"/>
        </p:scale>
        <p:origin x="924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1"/>
  <c:style val="2"/>
  <c:chart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Processing Time (ms)</c:v>
                </c:pt>
              </c:strCache>
            </c:strRef>
          </c:tx>
          <c:invertIfNegative val="1"/>
          <c:cat>
            <c:strRef>
              <c:f>Sheet1!$A$2:$A$6</c:f>
              <c:strCache>
                <c:ptCount val="5"/>
                <c:pt idx="0">
                  <c:v>HOOFR SLAM</c:v>
                </c:pt>
                <c:pt idx="1">
                  <c:v>SLAM-R</c:v>
                </c:pt>
                <c:pt idx="2">
                  <c:v>ROS-based SLAM</c:v>
                </c:pt>
                <c:pt idx="3">
                  <c:v>Lightweight Visual SLAM</c:v>
                </c:pt>
                <c:pt idx="4">
                  <c:v>RFID SLAM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20</c:v>
                </c:pt>
                <c:pt idx="1">
                  <c:v>25</c:v>
                </c:pt>
                <c:pt idx="2">
                  <c:v>18</c:v>
                </c:pt>
                <c:pt idx="3">
                  <c:v>22</c:v>
                </c:pt>
                <c:pt idx="4">
                  <c:v>30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Accuracy (%)</c:v>
                </c:pt>
              </c:strCache>
            </c:strRef>
          </c:tx>
          <c:invertIfNegative val="1"/>
          <c:cat>
            <c:strRef>
              <c:f>Sheet1!$A$2:$A$6</c:f>
              <c:strCache>
                <c:ptCount val="5"/>
                <c:pt idx="0">
                  <c:v>HOOFR SLAM</c:v>
                </c:pt>
                <c:pt idx="1">
                  <c:v>SLAM-R</c:v>
                </c:pt>
                <c:pt idx="2">
                  <c:v>ROS-based SLAM</c:v>
                </c:pt>
                <c:pt idx="3">
                  <c:v>Lightweight Visual SLAM</c:v>
                </c:pt>
                <c:pt idx="4">
                  <c:v>RFID SLAM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95</c:v>
                </c:pt>
                <c:pt idx="1">
                  <c:v>90</c:v>
                </c:pt>
                <c:pt idx="2">
                  <c:v>93</c:v>
                </c:pt>
                <c:pt idx="3">
                  <c:v>88</c:v>
                </c:pt>
                <c:pt idx="4">
                  <c:v>91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33156624"/>
        <c:axId val="-33152816"/>
      </c:barChart>
      <c:catAx>
        <c:axId val="-33156624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crossAx val="-33152816"/>
        <c:crosses val="autoZero"/>
        <c:auto val="1"/>
        <c:lblAlgn val="ctr"/>
        <c:lblOffset val="100"/>
        <c:noMultiLvlLbl val="0"/>
      </c:catAx>
      <c:valAx>
        <c:axId val="-33152816"/>
        <c:scaling>
          <c:orientation val="minMax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crossAx val="-33156624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2800" baseline="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1"/>
  <c:style val="2"/>
  <c:chart>
    <c:title>
      <c:layout/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Innovation Index</c:v>
                </c:pt>
              </c:strCache>
            </c:strRef>
          </c:tx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70</c:v>
                </c:pt>
                <c:pt idx="1">
                  <c:v>75</c:v>
                </c:pt>
                <c:pt idx="2">
                  <c:v>80</c:v>
                </c:pt>
                <c:pt idx="3">
                  <c:v>85</c:v>
                </c:pt>
                <c:pt idx="4">
                  <c:v>90</c:v>
                </c:pt>
                <c:pt idx="5">
                  <c:v>95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-33156080"/>
        <c:axId val="-33154992"/>
      </c:lineChart>
      <c:catAx>
        <c:axId val="-33156080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33154992"/>
        <c:crosses val="autoZero"/>
        <c:auto val="1"/>
        <c:lblAlgn val="ctr"/>
        <c:lblOffset val="100"/>
        <c:noMultiLvlLbl val="0"/>
      </c:catAx>
      <c:valAx>
        <c:axId val="-3315499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33156080"/>
        <c:crosses val="autoZero"/>
        <c:crossBetween val="between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2800" baseline="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1"/>
  <c:style val="2"/>
  <c:chart>
    <c:title>
      <c:layout/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Compatibility Score</c:v>
                </c:pt>
              </c:strCache>
            </c:strRef>
          </c:tx>
          <c:invertIfNegative val="1"/>
          <c:cat>
            <c:strRef>
              <c:f>Sheet1!$A$2:$A$6</c:f>
              <c:strCache>
                <c:ptCount val="5"/>
                <c:pt idx="0">
                  <c:v>HOOFR SLAM</c:v>
                </c:pt>
                <c:pt idx="1">
                  <c:v>RFID SLAM</c:v>
                </c:pt>
                <c:pt idx="2">
                  <c:v>ROS-based SLAM</c:v>
                </c:pt>
                <c:pt idx="3">
                  <c:v>Lightweight SLAM</c:v>
                </c:pt>
                <c:pt idx="4">
                  <c:v>Topological Navigation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</c:v>
                </c:pt>
                <c:pt idx="1">
                  <c:v>7</c:v>
                </c:pt>
                <c:pt idx="2">
                  <c:v>9</c:v>
                </c:pt>
                <c:pt idx="3">
                  <c:v>6</c:v>
                </c:pt>
                <c:pt idx="4">
                  <c:v>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33151184"/>
        <c:axId val="-33150640"/>
      </c:barChart>
      <c:catAx>
        <c:axId val="-33151184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crossAx val="-33150640"/>
        <c:crosses val="autoZero"/>
        <c:auto val="1"/>
        <c:lblAlgn val="ctr"/>
        <c:lblOffset val="100"/>
        <c:noMultiLvlLbl val="0"/>
      </c:catAx>
      <c:valAx>
        <c:axId val="-33150640"/>
        <c:scaling>
          <c:orientation val="minMax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crossAx val="-33151184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2800" baseline="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t>Comprehensive Comparison of AI/ML, SLAM, and Autonomous Navigation Systems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presentation compares key papers focusing on AI/ML in robotics, SLAM algorithms, and autonomous navigation. We evaluate algorithm efficiency, accuracy, hardware compatibility, and innovation to analyze the best approaches.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Chart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7365824"/>
              </p:ext>
            </p:extLst>
          </p:nvPr>
        </p:nvGraphicFramePr>
        <p:xfrm>
          <a:off x="0" y="0"/>
          <a:ext cx="9143999" cy="685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Chart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7944990"/>
              </p:ext>
            </p:extLst>
          </p:nvPr>
        </p:nvGraphicFramePr>
        <p:xfrm>
          <a:off x="0" y="0"/>
          <a:ext cx="9144000" cy="685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Chart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6713139"/>
              </p:ext>
            </p:extLst>
          </p:nvPr>
        </p:nvGraphicFramePr>
        <p:xfrm>
          <a:off x="0" y="0"/>
          <a:ext cx="9144000" cy="685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 conclusion, HOOFR SLAM performs best in terms of both processing efficiency and accuracy. AI/ML innovations have significantly improved since 2018, with increasing accuracy and lower processing time. ROS-based systems offer high compatibility across various platforms, making them ideal for autonomous navigation.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101</Words>
  <Application>Microsoft Office PowerPoint</Application>
  <PresentationFormat>On-screen Show (4:3)</PresentationFormat>
  <Paragraphs>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Comprehensive Comparison of AI/ML, SLAM, and Autonomous Navigation Systems</vt:lpstr>
      <vt:lpstr>Methodology</vt:lpstr>
      <vt:lpstr>PowerPoint Presentation</vt:lpstr>
      <vt:lpstr>PowerPoint Presentation</vt:lpstr>
      <vt:lpstr>PowerPoint Presentation</vt:lpstr>
      <vt:lpstr>Conclusion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Comprehensive Comparison of AI/ML, SLAM, and Autonomous Navigation Systems</dc:title>
  <dc:subject/>
  <dc:creator>Sumedh</dc:creator>
  <cp:keywords/>
  <dc:description>generated using python-pptx</dc:description>
  <cp:lastModifiedBy>Sumedh</cp:lastModifiedBy>
  <cp:revision>3</cp:revision>
  <dcterms:created xsi:type="dcterms:W3CDTF">2013-01-27T09:14:16Z</dcterms:created>
  <dcterms:modified xsi:type="dcterms:W3CDTF">2024-10-23T12:29:36Z</dcterms:modified>
  <cp:category/>
</cp:coreProperties>
</file>