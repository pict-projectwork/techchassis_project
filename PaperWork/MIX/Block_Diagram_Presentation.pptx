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44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19C0B8D-35F7-A99E-7638-5D611B11D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-1"/>
            <a:ext cx="5181600" cy="69668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ata flow&#10;&#10;Description automatically generated">
            <a:extLst>
              <a:ext uri="{FF2B5EF4-FFF2-40B4-BE49-F238E27FC236}">
                <a16:creationId xmlns:a16="http://schemas.microsoft.com/office/drawing/2014/main" id="{82EB67A5-46A9-BD1C-C05A-1CC614045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3559"/>
            <a:ext cx="9144000" cy="33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23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On-screen Show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VEDU-25</dc:creator>
  <cp:keywords/>
  <dc:description>generated using python-pptx</dc:description>
  <cp:lastModifiedBy>32113_VEDANT_23_24</cp:lastModifiedBy>
  <cp:revision>5</cp:revision>
  <dcterms:created xsi:type="dcterms:W3CDTF">2013-01-27T09:14:16Z</dcterms:created>
  <dcterms:modified xsi:type="dcterms:W3CDTF">2024-10-22T09:40:36Z</dcterms:modified>
  <cp:category/>
</cp:coreProperties>
</file>